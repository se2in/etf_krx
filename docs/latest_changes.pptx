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190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71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1006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453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543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MZ소비액티브 (422260)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15건 | 매수/증가 4건 | 매도/감소 11건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25.40pp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밸류알파액티브 (452440)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19건 | 매수/증가 3건 | 매도/감소 16건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19.49pp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 (387280)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21건 | 매수/증가 7건 | 매도/감소 14건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15.14pp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RISE 바이오TOP10액티브 (0000Z0)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19건 | 매수/증가 10건 | 매도/감소 9건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12.51pp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KoAct AI인프라액티브 (487130)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24건 | 매수/증가 12건 | 매도/감소 12건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10.64pp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13.70%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+11.36pp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8.52%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17.96%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+9.44pp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POSCO홀딩스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005490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3.96%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+3.96pp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에셋플러스 코리아대장장이액티브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7.62%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10.64%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+3.02pp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K바이오액티브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0.79%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2.74%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+1.95pp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토모큐브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475960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1.79%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+1.79pp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신세계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1.56%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+1.56pp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AI인프라액티브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프로텍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053610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1.54%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알테오젠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196170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6.21%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7.72%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+1.51pp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기술이전바이오액티브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2.91%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4.21%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+1.30pp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에이피알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278470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9.94%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6.72%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-3.22pp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코리아혁신성장액티브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셀트리온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068270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4.30%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1.41%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-2.89pp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수소전력ESS인프라액티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LS ELECTRIC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010120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2.49%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0.12%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-2.37pp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나이스정보통신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036800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2.37%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0.17%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-2.20pp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신세계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7.24%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5.16%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-2.08pp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현대홈쇼핑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057050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2.36%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0.31%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-2.05pp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8.10%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6.05%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-2.05pp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파라다이스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034230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7.00%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4.96%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제외 지놈앤컴퍼니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314130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1.93%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-1.93pp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6.79%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5.00%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-1.79pp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71개, 전체 변화는 1006건입니다.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453건, 매도/비중감소 543건을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2026-04-22T16:11:05+09:00</dcterms:created>
  <dcterms:modified xsi:type="dcterms:W3CDTF">2026-04-22T16:11:05+09:00</dcterms:modified>
</cp:coreProperties>
</file>