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YUJIN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오늘은 큰 손의 흔적이 조용했습니다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2026-04-21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301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0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0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0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0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0개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62000" y="2190750"/>
            <a:ext cx="1028700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600" b="1">
                <a:solidFill>
                  <a:srgbClr val="F2F5F8"/>
                </a:solidFill>
                <a:latin typeface="Malgun Gothic"/>
                <a:ea typeface="Malgun Gothic"/>
              </a:rPr>
              <a:t>감지된 비중 변화가 없습니다.</a:t>
            </a:r>
            <a:endParaRPr lang="ko-KR" sz="2600"/>
          </a:p>
          <a:p>
            <a:pPr algn="l"/>
            <a:r>
              <a:rPr lang="ko-KR" sz="2600" b="1">
                <a:solidFill>
                  <a:srgbClr val="F2F5F8"/>
                </a:solidFill>
                <a:latin typeface="Malgun Gothic"/>
                <a:ea typeface="Malgun Gothic"/>
              </a:rPr>
              <a:t>이런 날은 전략의 변화보다 지속성을 확인하는 날입니다.</a:t>
            </a:r>
            <a:endParaRPr lang="ko-KR" sz="2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해당 변화 없음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해당 변화 없음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0개, 전체 변화는 0건입니다.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0건, 매도/비중감소 0건을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2026-04-21T15:33:46+09:00</dcterms:created>
  <dcterms:modified xsi:type="dcterms:W3CDTF">2026-04-21T15:33:46+09:00</dcterms:modified>
</cp:coreProperties>
</file>